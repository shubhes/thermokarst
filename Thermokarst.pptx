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6" r:id="rId4"/>
  </p:sldMasterIdLst>
  <p:notesMasterIdLst>
    <p:notesMasterId r:id="rId8"/>
  </p:notesMasterIdLst>
  <p:sldIdLst>
    <p:sldId id="365" r:id="rId5"/>
    <p:sldId id="445" r:id="rId6"/>
    <p:sldId id="44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0099CC"/>
    <a:srgbClr val="9999FF"/>
    <a:srgbClr val="83B0D9"/>
    <a:srgbClr val="B2B2B2"/>
    <a:srgbClr val="99CCFF"/>
    <a:srgbClr val="3399FF"/>
    <a:srgbClr val="CCCCFF"/>
    <a:srgbClr val="CC66FF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8FBC2-4720-4625-B7BE-C674D3BC8605}" v="19" dt="2025-02-20T21:08:04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5388" autoAdjust="0"/>
  </p:normalViewPr>
  <p:slideViewPr>
    <p:cSldViewPr snapToGrid="0" snapToObjects="1">
      <p:cViewPr>
        <p:scale>
          <a:sx n="75" d="100"/>
          <a:sy n="75" d="100"/>
        </p:scale>
        <p:origin x="989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endu Kumar Singh" userId="461b01912b5747a3" providerId="LiveId" clId="{AB28FBC2-4720-4625-B7BE-C674D3BC8605}"/>
    <pc:docChg chg="undo custSel addSld delSld modSld modMainMaster">
      <pc:chgData name="Shubhendu Kumar Singh" userId="461b01912b5747a3" providerId="LiveId" clId="{AB28FBC2-4720-4625-B7BE-C674D3BC8605}" dt="2025-02-20T21:08:43.428" v="343" actId="20577"/>
      <pc:docMkLst>
        <pc:docMk/>
      </pc:docMkLst>
      <pc:sldChg chg="modSp mod">
        <pc:chgData name="Shubhendu Kumar Singh" userId="461b01912b5747a3" providerId="LiveId" clId="{AB28FBC2-4720-4625-B7BE-C674D3BC8605}" dt="2025-02-20T21:05:54.901" v="295" actId="20577"/>
        <pc:sldMkLst>
          <pc:docMk/>
          <pc:sldMk cId="734630831" sldId="365"/>
        </pc:sldMkLst>
        <pc:spChg chg="mod">
          <ac:chgData name="Shubhendu Kumar Singh" userId="461b01912b5747a3" providerId="LiveId" clId="{AB28FBC2-4720-4625-B7BE-C674D3BC8605}" dt="2025-02-20T21:05:54.901" v="295" actId="20577"/>
          <ac:spMkLst>
            <pc:docMk/>
            <pc:sldMk cId="734630831" sldId="365"/>
            <ac:spMk id="2" creationId="{0C0BE678-E0CC-CA40-A743-BD01E3D36058}"/>
          </ac:spMkLst>
        </pc:spChg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3725155999" sldId="427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4292739304" sldId="430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2944807018" sldId="440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3500109330" sldId="441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932135082" sldId="442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495320295" sldId="443"/>
        </pc:sldMkLst>
      </pc:sldChg>
      <pc:sldChg chg="addSp delSp modSp del mod">
        <pc:chgData name="Shubhendu Kumar Singh" userId="461b01912b5747a3" providerId="LiveId" clId="{AB28FBC2-4720-4625-B7BE-C674D3BC8605}" dt="2025-02-20T21:05:46.443" v="285" actId="47"/>
        <pc:sldMkLst>
          <pc:docMk/>
          <pc:sldMk cId="4145754570" sldId="444"/>
        </pc:sldMkLst>
        <pc:spChg chg="mod">
          <ac:chgData name="Shubhendu Kumar Singh" userId="461b01912b5747a3" providerId="LiveId" clId="{AB28FBC2-4720-4625-B7BE-C674D3BC8605}" dt="2025-02-20T20:48:24.421" v="190" actId="26606"/>
          <ac:spMkLst>
            <pc:docMk/>
            <pc:sldMk cId="4145754570" sldId="444"/>
            <ac:spMk id="2" creationId="{37982B7A-96D7-B34E-A658-8B9A0101A71C}"/>
          </ac:spMkLst>
        </pc:spChg>
        <pc:spChg chg="mod">
          <ac:chgData name="Shubhendu Kumar Singh" userId="461b01912b5747a3" providerId="LiveId" clId="{AB28FBC2-4720-4625-B7BE-C674D3BC8605}" dt="2025-02-20T20:48:24.421" v="190" actId="26606"/>
          <ac:spMkLst>
            <pc:docMk/>
            <pc:sldMk cId="4145754570" sldId="444"/>
            <ac:spMk id="9" creationId="{BB66DC20-AEA0-4D9F-9AFC-E5D12D4CBC79}"/>
          </ac:spMkLst>
        </pc:spChg>
        <pc:spChg chg="add mod">
          <ac:chgData name="Shubhendu Kumar Singh" userId="461b01912b5747a3" providerId="LiveId" clId="{AB28FBC2-4720-4625-B7BE-C674D3BC8605}" dt="2025-02-20T20:51:48.098" v="205" actId="1076"/>
          <ac:spMkLst>
            <pc:docMk/>
            <pc:sldMk cId="4145754570" sldId="444"/>
            <ac:spMk id="15" creationId="{9ECEBDC6-79E5-2834-CDD9-0474E13E9A9B}"/>
          </ac:spMkLst>
        </pc:spChg>
        <pc:spChg chg="add del">
          <ac:chgData name="Shubhendu Kumar Singh" userId="461b01912b5747a3" providerId="LiveId" clId="{AB28FBC2-4720-4625-B7BE-C674D3BC8605}" dt="2025-02-20T20:52:28.761" v="208" actId="22"/>
          <ac:spMkLst>
            <pc:docMk/>
            <pc:sldMk cId="4145754570" sldId="444"/>
            <ac:spMk id="17" creationId="{C47F1B96-BB61-4DAB-4FBB-985448BFBA6C}"/>
          </ac:spMkLst>
        </pc:spChg>
        <pc:spChg chg="add mod">
          <ac:chgData name="Shubhendu Kumar Singh" userId="461b01912b5747a3" providerId="LiveId" clId="{AB28FBC2-4720-4625-B7BE-C674D3BC8605}" dt="2025-02-20T20:55:49.333" v="221" actId="255"/>
          <ac:spMkLst>
            <pc:docMk/>
            <pc:sldMk cId="4145754570" sldId="444"/>
            <ac:spMk id="19" creationId="{E088A92E-DEDD-670E-BA01-8ADCD1CEA75D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26" creationId="{2155FA43-5C3E-4423-6824-AB97A312B204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29" creationId="{DE8F0315-63CE-E376-4523-A241CE6F91DB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30" creationId="{AEA86CA4-79FA-EF85-C3DD-56461266CD25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64" creationId="{E596ECA8-FDB9-4BD1-85CD-1B4770CFE72E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65" creationId="{C0429348-99B3-DF49-C652-01672175BFE5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66" creationId="{9AC74AA8-AE1C-2EA1-62AF-8738AE959A1F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67" creationId="{BB21EB16-3D8B-408C-DFEB-5FC86833131C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69" creationId="{B8937C91-60CB-E970-194C-8111A33F1D8D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70" creationId="{9EE58E67-02E8-E83A-6485-3347C297FC62}"/>
          </ac:spMkLst>
        </pc:spChg>
        <pc:spChg chg="del">
          <ac:chgData name="Shubhendu Kumar Singh" userId="461b01912b5747a3" providerId="LiveId" clId="{AB28FBC2-4720-4625-B7BE-C674D3BC8605}" dt="2025-02-20T20:38:15.243" v="16" actId="478"/>
          <ac:spMkLst>
            <pc:docMk/>
            <pc:sldMk cId="4145754570" sldId="444"/>
            <ac:spMk id="73" creationId="{ABAB8850-B652-B73B-6E38-C18F51910B4D}"/>
          </ac:spMkLst>
        </pc:spChg>
        <pc:spChg chg="del">
          <ac:chgData name="Shubhendu Kumar Singh" userId="461b01912b5747a3" providerId="LiveId" clId="{AB28FBC2-4720-4625-B7BE-C674D3BC8605}" dt="2025-02-20T20:38:19.279" v="17" actId="478"/>
          <ac:spMkLst>
            <pc:docMk/>
            <pc:sldMk cId="4145754570" sldId="444"/>
            <ac:spMk id="75" creationId="{C2C9BB55-471A-D8EA-1CB3-F7C8D843A3EE}"/>
          </ac:spMkLst>
        </pc:spChg>
        <pc:picChg chg="add mod">
          <ac:chgData name="Shubhendu Kumar Singh" userId="461b01912b5747a3" providerId="LiveId" clId="{AB28FBC2-4720-4625-B7BE-C674D3BC8605}" dt="2025-02-20T20:39:37.364" v="109" actId="931"/>
          <ac:picMkLst>
            <pc:docMk/>
            <pc:sldMk cId="4145754570" sldId="444"/>
            <ac:picMk id="4" creationId="{20AB950A-8A41-E17A-2E42-7005C9958689}"/>
          </ac:picMkLst>
        </pc:picChg>
        <pc:picChg chg="add del mod">
          <ac:chgData name="Shubhendu Kumar Singh" userId="461b01912b5747a3" providerId="LiveId" clId="{AB28FBC2-4720-4625-B7BE-C674D3BC8605}" dt="2025-02-20T20:40:46.799" v="123" actId="478"/>
          <ac:picMkLst>
            <pc:docMk/>
            <pc:sldMk cId="4145754570" sldId="444"/>
            <ac:picMk id="6" creationId="{71C07252-068F-AFD7-7AC2-9E674F9B20CF}"/>
          </ac:picMkLst>
        </pc:picChg>
        <pc:picChg chg="add del mod">
          <ac:chgData name="Shubhendu Kumar Singh" userId="461b01912b5747a3" providerId="LiveId" clId="{AB28FBC2-4720-4625-B7BE-C674D3BC8605}" dt="2025-02-20T20:42:26.853" v="137" actId="478"/>
          <ac:picMkLst>
            <pc:docMk/>
            <pc:sldMk cId="4145754570" sldId="444"/>
            <ac:picMk id="8" creationId="{1CA07642-9BCC-5CFC-3A55-90A3D305475F}"/>
          </ac:picMkLst>
        </pc:picChg>
        <pc:picChg chg="add del mod">
          <ac:chgData name="Shubhendu Kumar Singh" userId="461b01912b5747a3" providerId="LiveId" clId="{AB28FBC2-4720-4625-B7BE-C674D3BC8605}" dt="2025-02-20T20:45:08.737" v="145" actId="478"/>
          <ac:picMkLst>
            <pc:docMk/>
            <pc:sldMk cId="4145754570" sldId="444"/>
            <ac:picMk id="11" creationId="{19084871-0BE6-D625-FD78-7DD1F78212E5}"/>
          </ac:picMkLst>
        </pc:picChg>
        <pc:picChg chg="add del">
          <ac:chgData name="Shubhendu Kumar Singh" userId="461b01912b5747a3" providerId="LiveId" clId="{AB28FBC2-4720-4625-B7BE-C674D3BC8605}" dt="2025-02-20T20:48:29.417" v="191" actId="478"/>
          <ac:picMkLst>
            <pc:docMk/>
            <pc:sldMk cId="4145754570" sldId="444"/>
            <ac:picMk id="12" creationId="{114E0712-A8B1-6245-9821-0FAFA3AE3FBA}"/>
          </ac:picMkLst>
        </pc:picChg>
        <pc:picChg chg="add mod">
          <ac:chgData name="Shubhendu Kumar Singh" userId="461b01912b5747a3" providerId="LiveId" clId="{AB28FBC2-4720-4625-B7BE-C674D3BC8605}" dt="2025-02-20T21:00:37.999" v="249" actId="14100"/>
          <ac:picMkLst>
            <pc:docMk/>
            <pc:sldMk cId="4145754570" sldId="444"/>
            <ac:picMk id="14" creationId="{9FC20BCE-30EE-0B4F-32D4-A2655E7988F0}"/>
          </ac:picMkLst>
        </pc:picChg>
      </pc:sldChg>
      <pc:sldChg chg="addSp delSp modSp mod modClrScheme chgLayout">
        <pc:chgData name="Shubhendu Kumar Singh" userId="461b01912b5747a3" providerId="LiveId" clId="{AB28FBC2-4720-4625-B7BE-C674D3BC8605}" dt="2025-02-20T21:06:43.499" v="302" actId="26606"/>
        <pc:sldMkLst>
          <pc:docMk/>
          <pc:sldMk cId="2885965486" sldId="445"/>
        </pc:sldMkLst>
        <pc:spChg chg="del mod">
          <ac:chgData name="Shubhendu Kumar Singh" userId="461b01912b5747a3" providerId="LiveId" clId="{AB28FBC2-4720-4625-B7BE-C674D3BC8605}" dt="2025-02-20T21:04:45.653" v="281" actId="478"/>
          <ac:spMkLst>
            <pc:docMk/>
            <pc:sldMk cId="2885965486" sldId="445"/>
            <ac:spMk id="2" creationId="{B90C7E18-3E57-D4A9-5A5D-46B951692547}"/>
          </ac:spMkLst>
        </pc:spChg>
        <pc:spChg chg="del">
          <ac:chgData name="Shubhendu Kumar Singh" userId="461b01912b5747a3" providerId="LiveId" clId="{AB28FBC2-4720-4625-B7BE-C674D3BC8605}" dt="2025-02-20T21:03:14.165" v="257" actId="478"/>
          <ac:spMkLst>
            <pc:docMk/>
            <pc:sldMk cId="2885965486" sldId="445"/>
            <ac:spMk id="3" creationId="{03C3AD46-1E73-3FA9-5512-FC80C8A46EF8}"/>
          </ac:spMkLst>
        </pc:spChg>
        <pc:spChg chg="del">
          <ac:chgData name="Shubhendu Kumar Singh" userId="461b01912b5747a3" providerId="LiveId" clId="{AB28FBC2-4720-4625-B7BE-C674D3BC8605}" dt="2025-02-20T21:03:14.165" v="257" actId="478"/>
          <ac:spMkLst>
            <pc:docMk/>
            <pc:sldMk cId="2885965486" sldId="445"/>
            <ac:spMk id="4" creationId="{84E1C51A-25D5-D4D8-8601-42531189414D}"/>
          </ac:spMkLst>
        </pc:spChg>
        <pc:spChg chg="del">
          <ac:chgData name="Shubhendu Kumar Singh" userId="461b01912b5747a3" providerId="LiveId" clId="{AB28FBC2-4720-4625-B7BE-C674D3BC8605}" dt="2025-02-20T21:03:14.165" v="257" actId="478"/>
          <ac:spMkLst>
            <pc:docMk/>
            <pc:sldMk cId="2885965486" sldId="445"/>
            <ac:spMk id="5" creationId="{6B712E52-D0BE-278A-A0D5-EE05E854B08D}"/>
          </ac:spMkLst>
        </pc:spChg>
        <pc:spChg chg="mod">
          <ac:chgData name="Shubhendu Kumar Singh" userId="461b01912b5747a3" providerId="LiveId" clId="{AB28FBC2-4720-4625-B7BE-C674D3BC8605}" dt="2025-02-20T21:06:43.499" v="302" actId="26606"/>
          <ac:spMkLst>
            <pc:docMk/>
            <pc:sldMk cId="2885965486" sldId="445"/>
            <ac:spMk id="7" creationId="{797ACDC1-652D-4D99-04D9-3A0492598407}"/>
          </ac:spMkLst>
        </pc:spChg>
        <pc:spChg chg="add mod ord">
          <ac:chgData name="Shubhendu Kumar Singh" userId="461b01912b5747a3" providerId="LiveId" clId="{AB28FBC2-4720-4625-B7BE-C674D3BC8605}" dt="2025-02-20T21:06:43.499" v="302" actId="26606"/>
          <ac:spMkLst>
            <pc:docMk/>
            <pc:sldMk cId="2885965486" sldId="445"/>
            <ac:spMk id="8" creationId="{9B2853ED-686B-EC79-A3D6-0E96C19E415B}"/>
          </ac:spMkLst>
        </pc:spChg>
        <pc:spChg chg="mod ord modVis">
          <ac:chgData name="Shubhendu Kumar Singh" userId="461b01912b5747a3" providerId="LiveId" clId="{AB28FBC2-4720-4625-B7BE-C674D3BC8605}" dt="2025-02-20T21:06:43.499" v="302" actId="26606"/>
          <ac:spMkLst>
            <pc:docMk/>
            <pc:sldMk cId="2885965486" sldId="445"/>
            <ac:spMk id="9" creationId="{BB66DC20-AEA0-4D9F-9AFC-E5D12D4CBC79}"/>
          </ac:spMkLst>
        </pc:spChg>
        <pc:picChg chg="del">
          <ac:chgData name="Shubhendu Kumar Singh" userId="461b01912b5747a3" providerId="LiveId" clId="{AB28FBC2-4720-4625-B7BE-C674D3BC8605}" dt="2025-02-20T21:03:14.165" v="257" actId="478"/>
          <ac:picMkLst>
            <pc:docMk/>
            <pc:sldMk cId="2885965486" sldId="445"/>
            <ac:picMk id="6" creationId="{33320ACA-36FF-073F-6B92-AB45B2E29280}"/>
          </ac:picMkLst>
        </pc:picChg>
        <pc:picChg chg="add mod">
          <ac:chgData name="Shubhendu Kumar Singh" userId="461b01912b5747a3" providerId="LiveId" clId="{AB28FBC2-4720-4625-B7BE-C674D3BC8605}" dt="2025-02-20T21:06:43.499" v="302" actId="26606"/>
          <ac:picMkLst>
            <pc:docMk/>
            <pc:sldMk cId="2885965486" sldId="445"/>
            <ac:picMk id="10" creationId="{AC54B3F1-E854-F011-F5E4-1B72E18FEA38}"/>
          </ac:picMkLst>
        </pc:picChg>
      </pc:sldChg>
      <pc:sldChg chg="addSp modSp add mod">
        <pc:chgData name="Shubhendu Kumar Singh" userId="461b01912b5747a3" providerId="LiveId" clId="{AB28FBC2-4720-4625-B7BE-C674D3BC8605}" dt="2025-02-20T21:08:43.428" v="343" actId="20577"/>
        <pc:sldMkLst>
          <pc:docMk/>
          <pc:sldMk cId="892926305" sldId="446"/>
        </pc:sldMkLst>
        <pc:spChg chg="mod">
          <ac:chgData name="Shubhendu Kumar Singh" userId="461b01912b5747a3" providerId="LiveId" clId="{AB28FBC2-4720-4625-B7BE-C674D3BC8605}" dt="2025-02-20T20:45:25.886" v="182" actId="20577"/>
          <ac:spMkLst>
            <pc:docMk/>
            <pc:sldMk cId="892926305" sldId="446"/>
            <ac:spMk id="2" creationId="{CBC83E10-C22A-D693-15D5-50C046A5B79A}"/>
          </ac:spMkLst>
        </pc:spChg>
        <pc:spChg chg="add mod">
          <ac:chgData name="Shubhendu Kumar Singh" userId="461b01912b5747a3" providerId="LiveId" clId="{AB28FBC2-4720-4625-B7BE-C674D3BC8605}" dt="2025-02-20T21:08:43.428" v="343" actId="20577"/>
          <ac:spMkLst>
            <pc:docMk/>
            <pc:sldMk cId="892926305" sldId="446"/>
            <ac:spMk id="5" creationId="{B3D7DBE2-F74C-1A54-E1D9-83B1D6C5EBDB}"/>
          </ac:spMkLst>
        </pc:spChg>
        <pc:spChg chg="add mod">
          <ac:chgData name="Shubhendu Kumar Singh" userId="461b01912b5747a3" providerId="LiveId" clId="{AB28FBC2-4720-4625-B7BE-C674D3BC8605}" dt="2025-02-20T21:08:16.640" v="333" actId="20577"/>
          <ac:spMkLst>
            <pc:docMk/>
            <pc:sldMk cId="892926305" sldId="446"/>
            <ac:spMk id="6" creationId="{1E733346-5145-42AE-0215-A8E0EE65D603}"/>
          </ac:spMkLst>
        </pc:spChg>
        <pc:picChg chg="add mod">
          <ac:chgData name="Shubhendu Kumar Singh" userId="461b01912b5747a3" providerId="LiveId" clId="{AB28FBC2-4720-4625-B7BE-C674D3BC8605}" dt="2025-02-20T20:46:02.942" v="184" actId="1076"/>
          <ac:picMkLst>
            <pc:docMk/>
            <pc:sldMk cId="892926305" sldId="446"/>
            <ac:picMk id="3" creationId="{22A4AB52-88E7-1EA8-C639-797B3C53A01C}"/>
          </ac:picMkLst>
        </pc:picChg>
        <pc:picChg chg="add mod">
          <ac:chgData name="Shubhendu Kumar Singh" userId="461b01912b5747a3" providerId="LiveId" clId="{AB28FBC2-4720-4625-B7BE-C674D3BC8605}" dt="2025-02-20T20:47:34.950" v="189" actId="14100"/>
          <ac:picMkLst>
            <pc:docMk/>
            <pc:sldMk cId="892926305" sldId="446"/>
            <ac:picMk id="4" creationId="{A3B66588-8534-E8FC-7E36-7B6A2340C181}"/>
          </ac:picMkLst>
        </pc:picChg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1866640217" sldId="446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1356373293" sldId="447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3677341236" sldId="448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4212799720" sldId="450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1014711234" sldId="451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3229367106" sldId="452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925879224" sldId="453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1626087198" sldId="454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596389320" sldId="470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2485660261" sldId="471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3736331534" sldId="472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2252476784" sldId="473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2673879803" sldId="474"/>
        </pc:sldMkLst>
      </pc:sldChg>
      <pc:sldChg chg="del">
        <pc:chgData name="Shubhendu Kumar Singh" userId="461b01912b5747a3" providerId="LiveId" clId="{AB28FBC2-4720-4625-B7BE-C674D3BC8605}" dt="2025-02-20T20:37:26.813" v="15" actId="47"/>
        <pc:sldMkLst>
          <pc:docMk/>
          <pc:sldMk cId="124658276" sldId="475"/>
        </pc:sldMkLst>
      </pc:sldChg>
      <pc:sldMasterChg chg="modSldLayout">
        <pc:chgData name="Shubhendu Kumar Singh" userId="461b01912b5747a3" providerId="LiveId" clId="{AB28FBC2-4720-4625-B7BE-C674D3BC8605}" dt="2025-02-20T21:03:42.472" v="278" actId="20577"/>
        <pc:sldMasterMkLst>
          <pc:docMk/>
          <pc:sldMasterMk cId="2658266792" sldId="2147483656"/>
        </pc:sldMasterMkLst>
        <pc:sldLayoutChg chg="modSp mod">
          <pc:chgData name="Shubhendu Kumar Singh" userId="461b01912b5747a3" providerId="LiveId" clId="{AB28FBC2-4720-4625-B7BE-C674D3BC8605}" dt="2025-02-20T21:03:42.472" v="278" actId="20577"/>
          <pc:sldLayoutMkLst>
            <pc:docMk/>
            <pc:sldMasterMk cId="2658266792" sldId="2147483656"/>
            <pc:sldLayoutMk cId="2459251796" sldId="2147483659"/>
          </pc:sldLayoutMkLst>
          <pc:spChg chg="mod">
            <ac:chgData name="Shubhendu Kumar Singh" userId="461b01912b5747a3" providerId="LiveId" clId="{AB28FBC2-4720-4625-B7BE-C674D3BC8605}" dt="2025-02-20T21:03:42.472" v="278" actId="20577"/>
            <ac:spMkLst>
              <pc:docMk/>
              <pc:sldMasterMk cId="2658266792" sldId="2147483656"/>
              <pc:sldLayoutMk cId="2459251796" sldId="2147483659"/>
              <ac:spMk id="11" creationId="{DF985DEB-FB8E-4E1F-8662-91561B377F6F}"/>
            </ac:spMkLst>
          </pc:spChg>
        </pc:sldLayoutChg>
      </pc:sldMasterChg>
    </pc:docChg>
  </pc:docChgLst>
  <pc:docChgLst>
    <pc:chgData name="Shubhendu Kumar Singh" userId="461b01912b5747a3" providerId="LiveId" clId="{02D4653C-9B20-4A86-894F-7000ABD9869B}"/>
    <pc:docChg chg="undo redo custSel addSld delSld modSld sldOrd">
      <pc:chgData name="Shubhendu Kumar Singh" userId="461b01912b5747a3" providerId="LiveId" clId="{02D4653C-9B20-4A86-894F-7000ABD9869B}" dt="2024-12-06T02:39:34.984" v="5397" actId="1076"/>
      <pc:docMkLst>
        <pc:docMk/>
      </pc:docMkLst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62350368" sldId="35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82193129" sldId="36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9733034" sldId="36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33855362" sldId="37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54630173" sldId="37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088277697" sldId="37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53818468" sldId="37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70631743" sldId="38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165754" sldId="38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18349" sldId="38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0997789" sldId="38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76155432" sldId="38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25223204" sldId="38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711533023" sldId="38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9381446" sldId="38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87042813" sldId="38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7521997" sldId="39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044542422" sldId="39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3987533" sldId="39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3246558" sldId="39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23061849" sldId="39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19553677" sldId="39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2810" sldId="39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35882729" sldId="39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621644" sldId="39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898871339" sldId="40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451253319" sldId="40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521842807" sldId="40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729759636" sldId="40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41515603" sldId="40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062768489" sldId="40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699170" sldId="40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59902114" sldId="40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674990936" sldId="40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8978580" sldId="40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08969727" sldId="41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60023958" sldId="41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07711479" sldId="41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9900268" sldId="41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986509641" sldId="41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7213750" sldId="41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71334923" sldId="41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188719388" sldId="41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28605426" sldId="41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04518301" sldId="41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66156269" sldId="42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986597373" sldId="42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469052448" sldId="42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49308559" sldId="423"/>
        </pc:sldMkLst>
      </pc:sldChg>
      <pc:sldChg chg="del">
        <pc:chgData name="Shubhendu Kumar Singh" userId="461b01912b5747a3" providerId="LiveId" clId="{02D4653C-9B20-4A86-894F-7000ABD9869B}" dt="2024-11-13T09:21:17.414" v="58" actId="47"/>
        <pc:sldMkLst>
          <pc:docMk/>
          <pc:sldMk cId="1869610329" sldId="424"/>
        </pc:sldMkLst>
      </pc:sldChg>
      <pc:sldChg chg="del">
        <pc:chgData name="Shubhendu Kumar Singh" userId="461b01912b5747a3" providerId="LiveId" clId="{02D4653C-9B20-4A86-894F-7000ABD9869B}" dt="2024-11-13T18:41:48.997" v="119" actId="47"/>
        <pc:sldMkLst>
          <pc:docMk/>
          <pc:sldMk cId="1331353543" sldId="425"/>
        </pc:sldMkLst>
      </pc:sldChg>
      <pc:sldChg chg="del ord">
        <pc:chgData name="Shubhendu Kumar Singh" userId="461b01912b5747a3" providerId="LiveId" clId="{02D4653C-9B20-4A86-894F-7000ABD9869B}" dt="2024-11-26T06:57:06.566" v="4603" actId="47"/>
        <pc:sldMkLst>
          <pc:docMk/>
          <pc:sldMk cId="2735324592" sldId="426"/>
        </pc:sldMkLst>
      </pc:sldChg>
      <pc:sldChg chg="addSp delSp modSp mod ord modAnim">
        <pc:chgData name="Shubhendu Kumar Singh" userId="461b01912b5747a3" providerId="LiveId" clId="{02D4653C-9B20-4A86-894F-7000ABD9869B}" dt="2024-11-14T02:39:18.099" v="2697"/>
        <pc:sldMkLst>
          <pc:docMk/>
          <pc:sldMk cId="3725155999" sldId="427"/>
        </pc:sldMkLst>
      </pc:sldChg>
      <pc:sldChg chg="del">
        <pc:chgData name="Shubhendu Kumar Singh" userId="461b01912b5747a3" providerId="LiveId" clId="{02D4653C-9B20-4A86-894F-7000ABD9869B}" dt="2024-11-13T09:21:42.985" v="66" actId="47"/>
        <pc:sldMkLst>
          <pc:docMk/>
          <pc:sldMk cId="304010095" sldId="431"/>
        </pc:sldMkLst>
      </pc:sldChg>
      <pc:sldChg chg="del">
        <pc:chgData name="Shubhendu Kumar Singh" userId="461b01912b5747a3" providerId="LiveId" clId="{02D4653C-9B20-4A86-894F-7000ABD9869B}" dt="2024-11-13T09:21:44.706" v="67" actId="47"/>
        <pc:sldMkLst>
          <pc:docMk/>
          <pc:sldMk cId="4085001802" sldId="434"/>
        </pc:sldMkLst>
      </pc:sldChg>
      <pc:sldChg chg="del">
        <pc:chgData name="Shubhendu Kumar Singh" userId="461b01912b5747a3" providerId="LiveId" clId="{02D4653C-9B20-4A86-894F-7000ABD9869B}" dt="2024-11-13T18:41:48.997" v="119" actId="47"/>
        <pc:sldMkLst>
          <pc:docMk/>
          <pc:sldMk cId="1520957443" sldId="435"/>
        </pc:sldMkLst>
      </pc:sldChg>
      <pc:sldChg chg="del">
        <pc:chgData name="Shubhendu Kumar Singh" userId="461b01912b5747a3" providerId="LiveId" clId="{02D4653C-9B20-4A86-894F-7000ABD9869B}" dt="2024-11-13T09:33:02.865" v="113" actId="47"/>
        <pc:sldMkLst>
          <pc:docMk/>
          <pc:sldMk cId="1477373688" sldId="436"/>
        </pc:sldMkLst>
      </pc:sldChg>
      <pc:sldChg chg="del">
        <pc:chgData name="Shubhendu Kumar Singh" userId="461b01912b5747a3" providerId="LiveId" clId="{02D4653C-9B20-4A86-894F-7000ABD9869B}" dt="2024-11-13T09:33:02.865" v="113" actId="47"/>
        <pc:sldMkLst>
          <pc:docMk/>
          <pc:sldMk cId="2950768659" sldId="437"/>
        </pc:sldMkLst>
      </pc:sldChg>
      <pc:sldChg chg="addSp delSp modSp add del mod ord">
        <pc:chgData name="Shubhendu Kumar Singh" userId="461b01912b5747a3" providerId="LiveId" clId="{02D4653C-9B20-4A86-894F-7000ABD9869B}" dt="2024-11-13T09:33:02.865" v="113" actId="47"/>
        <pc:sldMkLst>
          <pc:docMk/>
          <pc:sldMk cId="4076220576" sldId="438"/>
        </pc:sldMkLst>
      </pc:sldChg>
      <pc:sldChg chg="addSp delSp modSp add del mod ord">
        <pc:chgData name="Shubhendu Kumar Singh" userId="461b01912b5747a3" providerId="LiveId" clId="{02D4653C-9B20-4A86-894F-7000ABD9869B}" dt="2024-11-13T09:33:02.865" v="113" actId="47"/>
        <pc:sldMkLst>
          <pc:docMk/>
          <pc:sldMk cId="891528321" sldId="439"/>
        </pc:sldMkLst>
      </pc:sldChg>
      <pc:sldChg chg="modSp add mod ord">
        <pc:chgData name="Shubhendu Kumar Singh" userId="461b01912b5747a3" providerId="LiveId" clId="{02D4653C-9B20-4A86-894F-7000ABD9869B}" dt="2024-11-14T00:58:24.134" v="1528" actId="6549"/>
        <pc:sldMkLst>
          <pc:docMk/>
          <pc:sldMk cId="2944807018" sldId="440"/>
        </pc:sldMkLst>
      </pc:sldChg>
      <pc:sldChg chg="addSp delSp modSp add mod ord">
        <pc:chgData name="Shubhendu Kumar Singh" userId="461b01912b5747a3" providerId="LiveId" clId="{02D4653C-9B20-4A86-894F-7000ABD9869B}" dt="2024-11-13T09:33:36.711" v="118" actId="14100"/>
        <pc:sldMkLst>
          <pc:docMk/>
          <pc:sldMk cId="3500109330" sldId="441"/>
        </pc:sldMkLst>
      </pc:sldChg>
      <pc:sldChg chg="addSp delSp modSp add mod">
        <pc:chgData name="Shubhendu Kumar Singh" userId="461b01912b5747a3" providerId="LiveId" clId="{02D4653C-9B20-4A86-894F-7000ABD9869B}" dt="2024-11-13T09:31:46.626" v="101" actId="1076"/>
        <pc:sldMkLst>
          <pc:docMk/>
          <pc:sldMk cId="932135082" sldId="442"/>
        </pc:sldMkLst>
      </pc:sldChg>
      <pc:sldChg chg="addSp delSp modSp add mod">
        <pc:chgData name="Shubhendu Kumar Singh" userId="461b01912b5747a3" providerId="LiveId" clId="{02D4653C-9B20-4A86-894F-7000ABD9869B}" dt="2024-12-03T02:08:07.750" v="4683" actId="1076"/>
        <pc:sldMkLst>
          <pc:docMk/>
          <pc:sldMk cId="495320295" sldId="443"/>
        </pc:sldMkLst>
      </pc:sldChg>
      <pc:sldChg chg="addSp delSp modSp add mod ord">
        <pc:chgData name="Shubhendu Kumar Singh" userId="461b01912b5747a3" providerId="LiveId" clId="{02D4653C-9B20-4A86-894F-7000ABD9869B}" dt="2024-11-13T22:32:09.210" v="974" actId="1076"/>
        <pc:sldMkLst>
          <pc:docMk/>
          <pc:sldMk cId="4145754570" sldId="444"/>
        </pc:sldMkLst>
      </pc:sldChg>
      <pc:sldChg chg="addSp delSp modSp add mod ord">
        <pc:chgData name="Shubhendu Kumar Singh" userId="461b01912b5747a3" providerId="LiveId" clId="{02D4653C-9B20-4A86-894F-7000ABD9869B}" dt="2024-11-14T06:01:25.246" v="3679" actId="20577"/>
        <pc:sldMkLst>
          <pc:docMk/>
          <pc:sldMk cId="2885965486" sldId="445"/>
        </pc:sldMkLst>
      </pc:sldChg>
      <pc:sldChg chg="modSp add mod ord">
        <pc:chgData name="Shubhendu Kumar Singh" userId="461b01912b5747a3" providerId="LiveId" clId="{02D4653C-9B20-4A86-894F-7000ABD9869B}" dt="2024-11-14T02:28:33.279" v="2471" actId="20577"/>
        <pc:sldMkLst>
          <pc:docMk/>
          <pc:sldMk cId="1866640217" sldId="446"/>
        </pc:sldMkLst>
      </pc:sldChg>
      <pc:sldChg chg="addSp delSp modSp add mod ord">
        <pc:chgData name="Shubhendu Kumar Singh" userId="461b01912b5747a3" providerId="LiveId" clId="{02D4653C-9B20-4A86-894F-7000ABD9869B}" dt="2024-11-14T01:01:32.482" v="1573" actId="1076"/>
        <pc:sldMkLst>
          <pc:docMk/>
          <pc:sldMk cId="1356373293" sldId="447"/>
        </pc:sldMkLst>
      </pc:sldChg>
      <pc:sldChg chg="addSp delSp modSp add mod ord">
        <pc:chgData name="Shubhendu Kumar Singh" userId="461b01912b5747a3" providerId="LiveId" clId="{02D4653C-9B20-4A86-894F-7000ABD9869B}" dt="2024-11-14T01:02:28.132" v="1585" actId="14100"/>
        <pc:sldMkLst>
          <pc:docMk/>
          <pc:sldMk cId="3677341236" sldId="448"/>
        </pc:sldMkLst>
      </pc:sldChg>
      <pc:sldChg chg="addSp delSp modSp add del mod ord">
        <pc:chgData name="Shubhendu Kumar Singh" userId="461b01912b5747a3" providerId="LiveId" clId="{02D4653C-9B20-4A86-894F-7000ABD9869B}" dt="2024-11-14T02:07:54.986" v="2024" actId="47"/>
        <pc:sldMkLst>
          <pc:docMk/>
          <pc:sldMk cId="1841129783" sldId="449"/>
        </pc:sldMkLst>
      </pc:sldChg>
      <pc:sldChg chg="addSp delSp modSp add mod setBg">
        <pc:chgData name="Shubhendu Kumar Singh" userId="461b01912b5747a3" providerId="LiveId" clId="{02D4653C-9B20-4A86-894F-7000ABD9869B}" dt="2024-11-14T03:04:55.113" v="2718" actId="1582"/>
        <pc:sldMkLst>
          <pc:docMk/>
          <pc:sldMk cId="4212799720" sldId="450"/>
        </pc:sldMkLst>
      </pc:sldChg>
      <pc:sldChg chg="modSp add mod ord">
        <pc:chgData name="Shubhendu Kumar Singh" userId="461b01912b5747a3" providerId="LiveId" clId="{02D4653C-9B20-4A86-894F-7000ABD9869B}" dt="2024-11-18T06:07:31.236" v="3814" actId="20577"/>
        <pc:sldMkLst>
          <pc:docMk/>
          <pc:sldMk cId="1014711234" sldId="451"/>
        </pc:sldMkLst>
      </pc:sldChg>
      <pc:sldChg chg="addSp delSp modSp add mod ord">
        <pc:chgData name="Shubhendu Kumar Singh" userId="461b01912b5747a3" providerId="LiveId" clId="{02D4653C-9B20-4A86-894F-7000ABD9869B}" dt="2024-11-26T06:48:31.288" v="4602" actId="478"/>
        <pc:sldMkLst>
          <pc:docMk/>
          <pc:sldMk cId="3229367106" sldId="452"/>
        </pc:sldMkLst>
      </pc:sldChg>
      <pc:sldChg chg="addSp delSp modSp add mod ord">
        <pc:chgData name="Shubhendu Kumar Singh" userId="461b01912b5747a3" providerId="LiveId" clId="{02D4653C-9B20-4A86-894F-7000ABD9869B}" dt="2024-11-14T04:33:35.059" v="2825" actId="14100"/>
        <pc:sldMkLst>
          <pc:docMk/>
          <pc:sldMk cId="925879224" sldId="453"/>
        </pc:sldMkLst>
      </pc:sldChg>
      <pc:sldChg chg="addSp delSp modSp add mod ord">
        <pc:chgData name="Shubhendu Kumar Singh" userId="461b01912b5747a3" providerId="LiveId" clId="{02D4653C-9B20-4A86-894F-7000ABD9869B}" dt="2024-11-14T05:43:56.784" v="3677" actId="20577"/>
        <pc:sldMkLst>
          <pc:docMk/>
          <pc:sldMk cId="1626087198" sldId="454"/>
        </pc:sldMkLst>
      </pc:sldChg>
      <pc:sldChg chg="addSp delSp modSp add del mod ord">
        <pc:chgData name="Shubhendu Kumar Singh" userId="461b01912b5747a3" providerId="LiveId" clId="{02D4653C-9B20-4A86-894F-7000ABD9869B}" dt="2024-11-19T23:42:48.262" v="4108" actId="1076"/>
        <pc:sldMkLst>
          <pc:docMk/>
          <pc:sldMk cId="392483643" sldId="455"/>
        </pc:sldMkLst>
      </pc:sldChg>
      <pc:sldChg chg="add del ord">
        <pc:chgData name="Shubhendu Kumar Singh" userId="461b01912b5747a3" providerId="LiveId" clId="{02D4653C-9B20-4A86-894F-7000ABD9869B}" dt="2024-11-16T02:07:48.938" v="3683" actId="47"/>
        <pc:sldMkLst>
          <pc:docMk/>
          <pc:sldMk cId="3146303548" sldId="455"/>
        </pc:sldMkLst>
      </pc:sldChg>
      <pc:sldChg chg="addSp delSp modSp add del mod ord">
        <pc:chgData name="Shubhendu Kumar Singh" userId="461b01912b5747a3" providerId="LiveId" clId="{02D4653C-9B20-4A86-894F-7000ABD9869B}" dt="2024-11-19T05:09:23.312" v="3823" actId="47"/>
        <pc:sldMkLst>
          <pc:docMk/>
          <pc:sldMk cId="4174847656" sldId="456"/>
        </pc:sldMkLst>
      </pc:sldChg>
      <pc:sldChg chg="delSp add del mod ord">
        <pc:chgData name="Shubhendu Kumar Singh" userId="461b01912b5747a3" providerId="LiveId" clId="{02D4653C-9B20-4A86-894F-7000ABD9869B}" dt="2024-11-18T06:17:12.105" v="3817" actId="47"/>
        <pc:sldMkLst>
          <pc:docMk/>
          <pc:sldMk cId="2557570298" sldId="457"/>
        </pc:sldMkLst>
      </pc:sldChg>
      <pc:sldChg chg="delSp add del mod">
        <pc:chgData name="Shubhendu Kumar Singh" userId="461b01912b5747a3" providerId="LiveId" clId="{02D4653C-9B20-4A86-894F-7000ABD9869B}" dt="2024-11-19T05:09:06.697" v="3822" actId="2696"/>
        <pc:sldMkLst>
          <pc:docMk/>
          <pc:sldMk cId="3636388766" sldId="457"/>
        </pc:sldMkLst>
      </pc:sldChg>
      <pc:sldChg chg="add del">
        <pc:chgData name="Shubhendu Kumar Singh" userId="461b01912b5747a3" providerId="LiveId" clId="{02D4653C-9B20-4A86-894F-7000ABD9869B}" dt="2024-11-19T05:09:06.697" v="3822" actId="2696"/>
        <pc:sldMkLst>
          <pc:docMk/>
          <pc:sldMk cId="1295701564" sldId="458"/>
        </pc:sldMkLst>
      </pc:sldChg>
      <pc:sldChg chg="delSp modSp add mod ord">
        <pc:chgData name="Shubhendu Kumar Singh" userId="461b01912b5747a3" providerId="LiveId" clId="{02D4653C-9B20-4A86-894F-7000ABD9869B}" dt="2024-11-19T23:20:52.915" v="3874" actId="20577"/>
        <pc:sldMkLst>
          <pc:docMk/>
          <pc:sldMk cId="2017827870" sldId="472"/>
        </pc:sldMkLst>
      </pc:sldChg>
      <pc:sldChg chg="add">
        <pc:chgData name="Shubhendu Kumar Singh" userId="461b01912b5747a3" providerId="LiveId" clId="{02D4653C-9B20-4A86-894F-7000ABD9869B}" dt="2024-11-19T23:21:02.676" v="3875" actId="2890"/>
        <pc:sldMkLst>
          <pc:docMk/>
          <pc:sldMk cId="3635191793" sldId="473"/>
        </pc:sldMkLst>
      </pc:sldChg>
      <pc:sldChg chg="add">
        <pc:chgData name="Shubhendu Kumar Singh" userId="461b01912b5747a3" providerId="LiveId" clId="{02D4653C-9B20-4A86-894F-7000ABD9869B}" dt="2024-11-19T23:31:48.633" v="3992" actId="2890"/>
        <pc:sldMkLst>
          <pc:docMk/>
          <pc:sldMk cId="4006462711" sldId="474"/>
        </pc:sldMkLst>
      </pc:sldChg>
      <pc:sldChg chg="addSp delSp modSp add mod ord">
        <pc:chgData name="Shubhendu Kumar Singh" userId="461b01912b5747a3" providerId="LiveId" clId="{02D4653C-9B20-4A86-894F-7000ABD9869B}" dt="2024-11-26T07:01:55.984" v="4638" actId="14100"/>
        <pc:sldMkLst>
          <pc:docMk/>
          <pc:sldMk cId="127027669" sldId="475"/>
        </pc:sldMkLst>
      </pc:sldChg>
      <pc:sldChg chg="addSp delSp modSp add mod ord">
        <pc:chgData name="Shubhendu Kumar Singh" userId="461b01912b5747a3" providerId="LiveId" clId="{02D4653C-9B20-4A86-894F-7000ABD9869B}" dt="2024-12-06T02:34:04.085" v="5374" actId="478"/>
        <pc:sldMkLst>
          <pc:docMk/>
          <pc:sldMk cId="2979823947" sldId="476"/>
        </pc:sldMkLst>
      </pc:sldChg>
      <pc:sldChg chg="addSp delSp modSp add mod">
        <pc:chgData name="Shubhendu Kumar Singh" userId="461b01912b5747a3" providerId="LiveId" clId="{02D4653C-9B20-4A86-894F-7000ABD9869B}" dt="2024-11-30T04:48:20.056" v="4675" actId="1076"/>
        <pc:sldMkLst>
          <pc:docMk/>
          <pc:sldMk cId="1853082879" sldId="477"/>
        </pc:sldMkLst>
      </pc:sldChg>
      <pc:sldChg chg="modSp add del mod">
        <pc:chgData name="Shubhendu Kumar Singh" userId="461b01912b5747a3" providerId="LiveId" clId="{02D4653C-9B20-4A86-894F-7000ABD9869B}" dt="2024-11-28T04:57:39.615" v="4673" actId="47"/>
        <pc:sldMkLst>
          <pc:docMk/>
          <pc:sldMk cId="759669890" sldId="478"/>
        </pc:sldMkLst>
      </pc:sldChg>
      <pc:sldChg chg="addSp delSp modSp add mod">
        <pc:chgData name="Shubhendu Kumar Singh" userId="461b01912b5747a3" providerId="LiveId" clId="{02D4653C-9B20-4A86-894F-7000ABD9869B}" dt="2024-12-06T00:05:09.523" v="5237" actId="1076"/>
        <pc:sldMkLst>
          <pc:docMk/>
          <pc:sldMk cId="3946934369" sldId="478"/>
        </pc:sldMkLst>
      </pc:sldChg>
      <pc:sldChg chg="addSp delSp modSp add mod">
        <pc:chgData name="Shubhendu Kumar Singh" userId="461b01912b5747a3" providerId="LiveId" clId="{02D4653C-9B20-4A86-894F-7000ABD9869B}" dt="2024-12-05T23:58:15.211" v="5186" actId="14100"/>
        <pc:sldMkLst>
          <pc:docMk/>
          <pc:sldMk cId="2442688752" sldId="479"/>
        </pc:sldMkLst>
      </pc:sldChg>
      <pc:sldChg chg="addSp delSp modSp add mod">
        <pc:chgData name="Shubhendu Kumar Singh" userId="461b01912b5747a3" providerId="LiveId" clId="{02D4653C-9B20-4A86-894F-7000ABD9869B}" dt="2024-12-04T19:12:18.909" v="4901" actId="207"/>
        <pc:sldMkLst>
          <pc:docMk/>
          <pc:sldMk cId="421877273" sldId="480"/>
        </pc:sldMkLst>
      </pc:sldChg>
      <pc:sldChg chg="addSp delSp modSp add mod">
        <pc:chgData name="Shubhendu Kumar Singh" userId="461b01912b5747a3" providerId="LiveId" clId="{02D4653C-9B20-4A86-894F-7000ABD9869B}" dt="2024-12-04T22:13:48.815" v="4963" actId="14100"/>
        <pc:sldMkLst>
          <pc:docMk/>
          <pc:sldMk cId="2244522489" sldId="481"/>
        </pc:sldMkLst>
      </pc:sldChg>
      <pc:sldChg chg="addSp delSp modSp add del mod">
        <pc:chgData name="Shubhendu Kumar Singh" userId="461b01912b5747a3" providerId="LiveId" clId="{02D4653C-9B20-4A86-894F-7000ABD9869B}" dt="2024-12-06T00:02:48.819" v="5213" actId="47"/>
        <pc:sldMkLst>
          <pc:docMk/>
          <pc:sldMk cId="3804403277" sldId="482"/>
        </pc:sldMkLst>
      </pc:sldChg>
      <pc:sldChg chg="addSp delSp modSp add mod">
        <pc:chgData name="Shubhendu Kumar Singh" userId="461b01912b5747a3" providerId="LiveId" clId="{02D4653C-9B20-4A86-894F-7000ABD9869B}" dt="2024-12-05T06:33:58.039" v="5116" actId="14100"/>
        <pc:sldMkLst>
          <pc:docMk/>
          <pc:sldMk cId="4241874730" sldId="483"/>
        </pc:sldMkLst>
      </pc:sldChg>
      <pc:sldChg chg="addSp delSp modSp add mod ord">
        <pc:chgData name="Shubhendu Kumar Singh" userId="461b01912b5747a3" providerId="LiveId" clId="{02D4653C-9B20-4A86-894F-7000ABD9869B}" dt="2024-12-06T02:39:34.984" v="5397" actId="1076"/>
        <pc:sldMkLst>
          <pc:docMk/>
          <pc:sldMk cId="3983696921" sldId="484"/>
        </pc:sldMkLst>
      </pc:sldChg>
      <pc:sldChg chg="addSp delSp modSp add mod">
        <pc:chgData name="Shubhendu Kumar Singh" userId="461b01912b5747a3" providerId="LiveId" clId="{02D4653C-9B20-4A86-894F-7000ABD9869B}" dt="2024-12-06T00:07:31.251" v="5256" actId="14100"/>
        <pc:sldMkLst>
          <pc:docMk/>
          <pc:sldMk cId="145135501" sldId="485"/>
        </pc:sldMkLst>
      </pc:sldChg>
      <pc:sldChg chg="delSp modSp add del mod">
        <pc:chgData name="Shubhendu Kumar Singh" userId="461b01912b5747a3" providerId="LiveId" clId="{02D4653C-9B20-4A86-894F-7000ABD9869B}" dt="2024-12-05T23:55:21.315" v="5163" actId="47"/>
        <pc:sldMkLst>
          <pc:docMk/>
          <pc:sldMk cId="3917741220" sldId="485"/>
        </pc:sldMkLst>
      </pc:sldChg>
      <pc:sldChg chg="add">
        <pc:chgData name="Shubhendu Kumar Singh" userId="461b01912b5747a3" providerId="LiveId" clId="{02D4653C-9B20-4A86-894F-7000ABD9869B}" dt="2024-12-06T00:02:30.499" v="5210" actId="2890"/>
        <pc:sldMkLst>
          <pc:docMk/>
          <pc:sldMk cId="1522601370" sldId="486"/>
        </pc:sldMkLst>
      </pc:sldChg>
    </pc:docChg>
  </pc:docChgLst>
  <pc:docChgLst>
    <pc:chgData name="Shubhendu Kumar Singh" userId="461b01912b5747a3" providerId="LiveId" clId="{0E4A160C-6965-4536-8DFF-AF26EF05FB7E}"/>
    <pc:docChg chg="undo custSel addSld delSld modSld sldOrd">
      <pc:chgData name="Shubhendu Kumar Singh" userId="461b01912b5747a3" providerId="LiveId" clId="{0E4A160C-6965-4536-8DFF-AF26EF05FB7E}" dt="2024-11-07T16:59:57.685" v="3124" actId="47"/>
      <pc:docMkLst>
        <pc:docMk/>
      </pc:docMkLst>
      <pc:sldChg chg="modSp mod">
        <pc:chgData name="Shubhendu Kumar Singh" userId="461b01912b5747a3" providerId="LiveId" clId="{0E4A160C-6965-4536-8DFF-AF26EF05FB7E}" dt="2024-11-04T05:57:54.212" v="285" actId="20577"/>
        <pc:sldMkLst>
          <pc:docMk/>
          <pc:sldMk cId="3462350368" sldId="358"/>
        </pc:sldMkLst>
      </pc:sldChg>
      <pc:sldChg chg="addSp delSp modSp add mod ord">
        <pc:chgData name="Shubhendu Kumar Singh" userId="461b01912b5747a3" providerId="LiveId" clId="{0E4A160C-6965-4536-8DFF-AF26EF05FB7E}" dt="2024-11-07T06:17:33.391" v="2535" actId="20577"/>
        <pc:sldMkLst>
          <pc:docMk/>
          <pc:sldMk cId="1869610329" sldId="424"/>
        </pc:sldMkLst>
      </pc:sldChg>
      <pc:sldChg chg="add">
        <pc:chgData name="Shubhendu Kumar Singh" userId="461b01912b5747a3" providerId="LiveId" clId="{0E4A160C-6965-4536-8DFF-AF26EF05FB7E}" dt="2024-11-03T06:15:48.506" v="45" actId="2890"/>
        <pc:sldMkLst>
          <pc:docMk/>
          <pc:sldMk cId="1331353543" sldId="425"/>
        </pc:sldMkLst>
      </pc:sldChg>
      <pc:sldChg chg="addSp delSp modSp add mod">
        <pc:chgData name="Shubhendu Kumar Singh" userId="461b01912b5747a3" providerId="LiveId" clId="{0E4A160C-6965-4536-8DFF-AF26EF05FB7E}" dt="2024-11-05T03:32:44.723" v="1693" actId="20577"/>
        <pc:sldMkLst>
          <pc:docMk/>
          <pc:sldMk cId="2735324592" sldId="426"/>
        </pc:sldMkLst>
      </pc:sldChg>
      <pc:sldChg chg="delSp modSp add mod ord delAnim">
        <pc:chgData name="Shubhendu Kumar Singh" userId="461b01912b5747a3" providerId="LiveId" clId="{0E4A160C-6965-4536-8DFF-AF26EF05FB7E}" dt="2024-11-07T03:10:13.382" v="2050" actId="1076"/>
        <pc:sldMkLst>
          <pc:docMk/>
          <pc:sldMk cId="3725155999" sldId="427"/>
        </pc:sldMkLst>
      </pc:sldChg>
      <pc:sldChg chg="add del">
        <pc:chgData name="Shubhendu Kumar Singh" userId="461b01912b5747a3" providerId="LiveId" clId="{0E4A160C-6965-4536-8DFF-AF26EF05FB7E}" dt="2024-11-05T07:27:12.036" v="2008" actId="2696"/>
        <pc:sldMkLst>
          <pc:docMk/>
          <pc:sldMk cId="331758838" sldId="428"/>
        </pc:sldMkLst>
      </pc:sldChg>
      <pc:sldChg chg="addSp delSp modSp add del mod">
        <pc:chgData name="Shubhendu Kumar Singh" userId="461b01912b5747a3" providerId="LiveId" clId="{0E4A160C-6965-4536-8DFF-AF26EF05FB7E}" dt="2024-11-07T04:23:57.338" v="2131" actId="47"/>
        <pc:sldMkLst>
          <pc:docMk/>
          <pc:sldMk cId="3567602749" sldId="429"/>
        </pc:sldMkLst>
      </pc:sldChg>
      <pc:sldChg chg="addSp delSp modSp add mod ord">
        <pc:chgData name="Shubhendu Kumar Singh" userId="461b01912b5747a3" providerId="LiveId" clId="{0E4A160C-6965-4536-8DFF-AF26EF05FB7E}" dt="2024-11-05T07:23:59.496" v="2007" actId="20577"/>
        <pc:sldMkLst>
          <pc:docMk/>
          <pc:sldMk cId="4292739304" sldId="430"/>
        </pc:sldMkLst>
      </pc:sldChg>
      <pc:sldChg chg="addSp delSp modSp add mod">
        <pc:chgData name="Shubhendu Kumar Singh" userId="461b01912b5747a3" providerId="LiveId" clId="{0E4A160C-6965-4536-8DFF-AF26EF05FB7E}" dt="2024-11-07T04:04:55.378" v="2117" actId="1076"/>
        <pc:sldMkLst>
          <pc:docMk/>
          <pc:sldMk cId="304010095" sldId="431"/>
        </pc:sldMkLst>
      </pc:sldChg>
      <pc:sldChg chg="modSp add del mod ord">
        <pc:chgData name="Shubhendu Kumar Singh" userId="461b01912b5747a3" providerId="LiveId" clId="{0E4A160C-6965-4536-8DFF-AF26EF05FB7E}" dt="2024-11-07T04:42:06.742" v="2231" actId="47"/>
        <pc:sldMkLst>
          <pc:docMk/>
          <pc:sldMk cId="251598858" sldId="432"/>
        </pc:sldMkLst>
      </pc:sldChg>
      <pc:sldChg chg="addSp delSp modSp add del mod">
        <pc:chgData name="Shubhendu Kumar Singh" userId="461b01912b5747a3" providerId="LiveId" clId="{0E4A160C-6965-4536-8DFF-AF26EF05FB7E}" dt="2024-11-07T04:42:03.322" v="2230" actId="47"/>
        <pc:sldMkLst>
          <pc:docMk/>
          <pc:sldMk cId="1329699615" sldId="433"/>
        </pc:sldMkLst>
      </pc:sldChg>
      <pc:sldChg chg="modSp add del mod ord">
        <pc:chgData name="Shubhendu Kumar Singh" userId="461b01912b5747a3" providerId="LiveId" clId="{0E4A160C-6965-4536-8DFF-AF26EF05FB7E}" dt="2024-11-07T04:28:11.296" v="2132" actId="47"/>
        <pc:sldMkLst>
          <pc:docMk/>
          <pc:sldMk cId="1385723288" sldId="433"/>
        </pc:sldMkLst>
      </pc:sldChg>
      <pc:sldChg chg="addSp modSp add mod ord">
        <pc:chgData name="Shubhendu Kumar Singh" userId="461b01912b5747a3" providerId="LiveId" clId="{0E4A160C-6965-4536-8DFF-AF26EF05FB7E}" dt="2024-11-07T08:11:18.209" v="2611" actId="20577"/>
        <pc:sldMkLst>
          <pc:docMk/>
          <pc:sldMk cId="4085001802" sldId="434"/>
        </pc:sldMkLst>
      </pc:sldChg>
      <pc:sldChg chg="modSp add mod">
        <pc:chgData name="Shubhendu Kumar Singh" userId="461b01912b5747a3" providerId="LiveId" clId="{0E4A160C-6965-4536-8DFF-AF26EF05FB7E}" dt="2024-11-07T08:10:59.686" v="2595" actId="20577"/>
        <pc:sldMkLst>
          <pc:docMk/>
          <pc:sldMk cId="1520957443" sldId="435"/>
        </pc:sldMkLst>
      </pc:sldChg>
      <pc:sldChg chg="addSp delSp modSp add mod">
        <pc:chgData name="Shubhendu Kumar Singh" userId="461b01912b5747a3" providerId="LiveId" clId="{0E4A160C-6965-4536-8DFF-AF26EF05FB7E}" dt="2024-11-07T12:19:06.614" v="3069" actId="1076"/>
        <pc:sldMkLst>
          <pc:docMk/>
          <pc:sldMk cId="1477373688" sldId="436"/>
        </pc:sldMkLst>
      </pc:sldChg>
      <pc:sldChg chg="modSp add mod ord">
        <pc:chgData name="Shubhendu Kumar Singh" userId="461b01912b5747a3" providerId="LiveId" clId="{0E4A160C-6965-4536-8DFF-AF26EF05FB7E}" dt="2024-11-07T08:15:43.609" v="3056" actId="20577"/>
        <pc:sldMkLst>
          <pc:docMk/>
          <pc:sldMk cId="2950768659" sldId="437"/>
        </pc:sldMkLst>
      </pc:sldChg>
      <pc:sldChg chg="addSp delSp modSp add del mod">
        <pc:chgData name="Shubhendu Kumar Singh" userId="461b01912b5747a3" providerId="LiveId" clId="{0E4A160C-6965-4536-8DFF-AF26EF05FB7E}" dt="2024-11-07T16:59:57.685" v="3124" actId="47"/>
        <pc:sldMkLst>
          <pc:docMk/>
          <pc:sldMk cId="2057211306" sldId="438"/>
        </pc:sldMkLst>
      </pc:sldChg>
      <pc:sldChg chg="modSp add del mod ord">
        <pc:chgData name="Shubhendu Kumar Singh" userId="461b01912b5747a3" providerId="LiveId" clId="{0E4A160C-6965-4536-8DFF-AF26EF05FB7E}" dt="2024-11-07T16:59:53.606" v="3123" actId="47"/>
        <pc:sldMkLst>
          <pc:docMk/>
          <pc:sldMk cId="2274286587" sldId="439"/>
        </pc:sldMkLst>
      </pc:sldChg>
    </pc:docChg>
  </pc:docChgLst>
  <pc:docChgLst>
    <pc:chgData name="Shubhendu Kumar Singh" userId="461b01912b5747a3" providerId="LiveId" clId="{A26CC00C-B93B-4591-BD9D-06731C0D6747}"/>
    <pc:docChg chg="undo custSel addSld delSld modSld sldOrd">
      <pc:chgData name="Shubhendu Kumar Singh" userId="461b01912b5747a3" providerId="LiveId" clId="{A26CC00C-B93B-4591-BD9D-06731C0D6747}" dt="2025-01-23T04:16:39.233" v="959" actId="1076"/>
      <pc:docMkLst>
        <pc:docMk/>
      </pc:docMkLst>
      <pc:sldChg chg="modSp mod">
        <pc:chgData name="Shubhendu Kumar Singh" userId="461b01912b5747a3" providerId="LiveId" clId="{A26CC00C-B93B-4591-BD9D-06731C0D6747}" dt="2025-01-22T04:13:21.663" v="5" actId="20577"/>
        <pc:sldMkLst>
          <pc:docMk/>
          <pc:sldMk cId="734630831" sldId="365"/>
        </pc:sldMkLst>
        <pc:spChg chg="mod">
          <ac:chgData name="Shubhendu Kumar Singh" userId="461b01912b5747a3" providerId="LiveId" clId="{A26CC00C-B93B-4591-BD9D-06731C0D6747}" dt="2025-01-22T04:13:21.663" v="5" actId="20577"/>
          <ac:spMkLst>
            <pc:docMk/>
            <pc:sldMk cId="734630831" sldId="365"/>
            <ac:spMk id="4" creationId="{DE1A6919-18F5-A712-B94E-DF0EF7EB3159}"/>
          </ac:spMkLst>
        </pc:spChg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725155999" sldId="427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292739304" sldId="43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2944807018" sldId="44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500109330" sldId="441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932135082" sldId="442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95320295" sldId="443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145754570" sldId="444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2885965486" sldId="445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866640217" sldId="446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356373293" sldId="447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677341236" sldId="448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212799720" sldId="45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014711234" sldId="451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229367106" sldId="452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925879224" sldId="453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626087198" sldId="454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392483643" sldId="455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3636388766" sldId="457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1295701564" sldId="458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1264891376" sldId="460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618678656" sldId="461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655757706" sldId="466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2533947036" sldId="467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583197572" sldId="468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891642349" sldId="469"/>
        </pc:sldMkLst>
      </pc:sldChg>
      <pc:sldChg chg="addSp delSp modSp mod">
        <pc:chgData name="Shubhendu Kumar Singh" userId="461b01912b5747a3" providerId="LiveId" clId="{A26CC00C-B93B-4591-BD9D-06731C0D6747}" dt="2025-01-23T00:32:45.520" v="501" actId="14100"/>
        <pc:sldMkLst>
          <pc:docMk/>
          <pc:sldMk cId="596389320" sldId="470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1782458803" sldId="471"/>
        </pc:sldMkLst>
      </pc:sldChg>
      <pc:sldChg chg="modSp mod">
        <pc:chgData name="Shubhendu Kumar Singh" userId="461b01912b5747a3" providerId="LiveId" clId="{A26CC00C-B93B-4591-BD9D-06731C0D6747}" dt="2025-01-22T04:28:00.516" v="76" actId="20577"/>
        <pc:sldMkLst>
          <pc:docMk/>
          <pc:sldMk cId="2485660261" sldId="471"/>
        </pc:sldMkLst>
      </pc:sldChg>
      <pc:sldChg chg="del">
        <pc:chgData name="Shubhendu Kumar Singh" userId="461b01912b5747a3" providerId="LiveId" clId="{A26CC00C-B93B-4591-BD9D-06731C0D6747}" dt="2025-01-22T04:21:29.575" v="10" actId="47"/>
        <pc:sldMkLst>
          <pc:docMk/>
          <pc:sldMk cId="2017827870" sldId="472"/>
        </pc:sldMkLst>
      </pc:sldChg>
      <pc:sldChg chg="addSp delSp modSp mod ord">
        <pc:chgData name="Shubhendu Kumar Singh" userId="461b01912b5747a3" providerId="LiveId" clId="{A26CC00C-B93B-4591-BD9D-06731C0D6747}" dt="2025-01-22T21:13:29.947" v="416" actId="20577"/>
        <pc:sldMkLst>
          <pc:docMk/>
          <pc:sldMk cId="3736331534" sldId="472"/>
        </pc:sldMkLst>
      </pc:sldChg>
      <pc:sldChg chg="addSp delSp modSp add mod ord">
        <pc:chgData name="Shubhendu Kumar Singh" userId="461b01912b5747a3" providerId="LiveId" clId="{A26CC00C-B93B-4591-BD9D-06731C0D6747}" dt="2025-01-22T21:13:42.569" v="447" actId="20577"/>
        <pc:sldMkLst>
          <pc:docMk/>
          <pc:sldMk cId="2252476784" sldId="473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3635191793" sldId="473"/>
        </pc:sldMkLst>
      </pc:sldChg>
      <pc:sldChg chg="delSp modSp add del mod">
        <pc:chgData name="Shubhendu Kumar Singh" userId="461b01912b5747a3" providerId="LiveId" clId="{A26CC00C-B93B-4591-BD9D-06731C0D6747}" dt="2025-01-22T21:42:04.001" v="484" actId="47"/>
        <pc:sldMkLst>
          <pc:docMk/>
          <pc:sldMk cId="352323815" sldId="474"/>
        </pc:sldMkLst>
      </pc:sldChg>
      <pc:sldChg chg="addSp delSp modSp add del mod">
        <pc:chgData name="Shubhendu Kumar Singh" userId="461b01912b5747a3" providerId="LiveId" clId="{A26CC00C-B93B-4591-BD9D-06731C0D6747}" dt="2025-01-23T00:31:29.913" v="489" actId="47"/>
        <pc:sldMkLst>
          <pc:docMk/>
          <pc:sldMk cId="1017415631" sldId="474"/>
        </pc:sldMkLst>
      </pc:sldChg>
      <pc:sldChg chg="add">
        <pc:chgData name="Shubhendu Kumar Singh" userId="461b01912b5747a3" providerId="LiveId" clId="{A26CC00C-B93B-4591-BD9D-06731C0D6747}" dt="2025-01-23T00:31:34.080" v="490" actId="2890"/>
        <pc:sldMkLst>
          <pc:docMk/>
          <pc:sldMk cId="2673879803" sldId="474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4006462711" sldId="474"/>
        </pc:sldMkLst>
      </pc:sldChg>
      <pc:sldChg chg="addSp delSp modSp add mod">
        <pc:chgData name="Shubhendu Kumar Singh" userId="461b01912b5747a3" providerId="LiveId" clId="{A26CC00C-B93B-4591-BD9D-06731C0D6747}" dt="2025-01-23T04:16:39.233" v="959" actId="1076"/>
        <pc:sldMkLst>
          <pc:docMk/>
          <pc:sldMk cId="124658276" sldId="475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127027669" sldId="475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979823947" sldId="476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1853082879" sldId="477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3946934369" sldId="478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442688752" sldId="479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421877273" sldId="480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244522489" sldId="481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4241874730" sldId="483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3983696921" sldId="484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145135501" sldId="485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1522601370" sldId="486"/>
        </pc:sldMkLst>
      </pc:sldChg>
    </pc:docChg>
  </pc:docChgLst>
  <pc:docChgLst>
    <pc:chgData name="Shubhendu Kumar Singh" userId="461b01912b5747a3" providerId="LiveId" clId="{123257E2-2039-4D81-A3D1-C3DE1B36AB83}"/>
    <pc:docChg chg="undo custSel addSld modSld">
      <pc:chgData name="Shubhendu Kumar Singh" userId="461b01912b5747a3" providerId="LiveId" clId="{123257E2-2039-4D81-A3D1-C3DE1B36AB83}" dt="2024-10-15T09:05:49.970" v="99" actId="1076"/>
      <pc:docMkLst>
        <pc:docMk/>
      </pc:docMkLst>
      <pc:sldChg chg="addSp delSp modSp add mod">
        <pc:chgData name="Shubhendu Kumar Singh" userId="461b01912b5747a3" providerId="LiveId" clId="{123257E2-2039-4D81-A3D1-C3DE1B36AB83}" dt="2024-10-15T09:05:49.970" v="99" actId="1076"/>
        <pc:sldMkLst>
          <pc:docMk/>
          <pc:sldMk cId="2249308559" sldId="4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2C853-0A27-134E-BC83-06337B1202C2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34886-6FA0-DE48-9388-2785C7495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34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F246-7ABC-51A9-C663-8A4EED48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9EBA0-F70E-BB5F-4500-8119B48DE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41973-E4D0-A514-1FDF-7D9CA25C8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4DF1A-3002-2553-7BAF-241F6869A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2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E0B-641B-4495-A0FC-58FE1AA56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0"/>
            <a:ext cx="9144000" cy="812483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F86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B8AAF-11F9-4296-8E3B-40C266627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A6CA0-9EBA-4A15-97E7-AF1BD79EC9D4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0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AD7A93B-A8E4-4B72-9826-9AFC93CC6260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86626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021617F-C02D-43F0-A172-B047BF5A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38555"/>
            <a:ext cx="9533323" cy="47489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5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8EE8-2048-408C-8214-31B02EB1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9533323" cy="56619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57BB-B693-4D54-952E-28F4E90D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7446F5-32CE-4719-8C71-1FA556DAFCFF}"/>
              </a:ext>
            </a:extLst>
          </p:cNvPr>
          <p:cNvGrpSpPr/>
          <p:nvPr/>
        </p:nvGrpSpPr>
        <p:grpSpPr>
          <a:xfrm>
            <a:off x="0" y="6648450"/>
            <a:ext cx="12192000" cy="209550"/>
            <a:chOff x="0" y="6648450"/>
            <a:chExt cx="12192000" cy="2095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1FF5B1-472A-4605-93EF-BC310C05B727}"/>
                </a:ext>
              </a:extLst>
            </p:cNvPr>
            <p:cNvSpPr/>
            <p:nvPr/>
          </p:nvSpPr>
          <p:spPr>
            <a:xfrm>
              <a:off x="861060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985DEB-FB8E-4E1F-8662-91561B377F6F}"/>
                </a:ext>
              </a:extLst>
            </p:cNvPr>
            <p:cNvSpPr/>
            <p:nvPr userDrawn="1"/>
          </p:nvSpPr>
          <p:spPr>
            <a:xfrm>
              <a:off x="3581400" y="6648450"/>
              <a:ext cx="5029200" cy="209550"/>
            </a:xfrm>
            <a:prstGeom prst="rect">
              <a:avLst/>
            </a:prstGeom>
            <a:solidFill>
              <a:srgbClr val="F86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 err="1">
                  <a:solidFill>
                    <a:schemeClr val="bg1"/>
                  </a:solidFill>
                  <a:latin typeface="Franklin Gothic Demi" panose="020B0703020102020204" pitchFamily="34" charset="0"/>
                </a:rPr>
                <a:t>Thermokarst</a:t>
              </a:r>
              <a:r>
                <a:rPr lang="en-US" sz="1200" dirty="0">
                  <a:solidFill>
                    <a:schemeClr val="bg1"/>
                  </a:solidFill>
                  <a:latin typeface="Franklin Gothic Demi" panose="020B0703020102020204" pitchFamily="34" charset="0"/>
                </a:rPr>
                <a:t> Detection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3953E-15BD-48FF-8D0E-53C889C148A4}"/>
                </a:ext>
              </a:extLst>
            </p:cNvPr>
            <p:cNvSpPr/>
            <p:nvPr userDrawn="1"/>
          </p:nvSpPr>
          <p:spPr>
            <a:xfrm>
              <a:off x="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Franklin Gothic Demi" panose="020B0703020102020204" pitchFamily="34" charset="0"/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0CAD28F-C7A5-4D8C-8774-AB749780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884" y="6625526"/>
            <a:ext cx="40957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60B9BE0-87CC-444C-A3CE-4CA4674CE3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285448-7031-4C15-9B56-C1A2405B7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51B3DA-F7DD-4402-AD99-9D973F1AD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5DC3-FCDE-CD4F-A8ED-9CCA1416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325369"/>
            <a:ext cx="10515600" cy="509518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73C8-A058-2D4B-831F-103010BF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08253-5671-6A49-B9FA-FCE211E7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7392-BBB8-6846-85B8-CE14A8A0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E1BC361-DA64-5E41-9737-4DB426F00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7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F2860-438C-48C6-BA20-C083CE18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9E2C9-BD29-4E0F-9DAB-E0BB0D9C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826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E678-E0CC-CA40-A743-BD01E3D36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540845"/>
            <a:ext cx="12191999" cy="1238216"/>
          </a:xfrm>
        </p:spPr>
        <p:txBody>
          <a:bodyPr>
            <a:normAutofit/>
          </a:bodyPr>
          <a:lstStyle/>
          <a:p>
            <a:r>
              <a:rPr lang="en-US" sz="3600" dirty="0" err="1"/>
              <a:t>Thermokarst</a:t>
            </a:r>
            <a:r>
              <a:rPr lang="en-US" sz="3600" dirty="0"/>
              <a:t> Detection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4EC64D-E756-CD5C-8BC3-A01AFE4F7F38}"/>
              </a:ext>
            </a:extLst>
          </p:cNvPr>
          <p:cNvSpPr txBox="1">
            <a:spLocks/>
          </p:cNvSpPr>
          <p:nvPr/>
        </p:nvSpPr>
        <p:spPr>
          <a:xfrm>
            <a:off x="1748958" y="3240382"/>
            <a:ext cx="8694074" cy="1238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E1A6919-18F5-A712-B94E-DF0EF7EB3159}"/>
              </a:ext>
            </a:extLst>
          </p:cNvPr>
          <p:cNvSpPr txBox="1">
            <a:spLocks/>
          </p:cNvSpPr>
          <p:nvPr/>
        </p:nvSpPr>
        <p:spPr>
          <a:xfrm>
            <a:off x="2633825" y="4057276"/>
            <a:ext cx="6924339" cy="4213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Shubhendu Kumar Singh</a:t>
            </a:r>
          </a:p>
        </p:txBody>
      </p:sp>
    </p:spTree>
    <p:extLst>
      <p:ext uri="{BB962C8B-B14F-4D97-AF65-F5344CB8AC3E}">
        <p14:creationId xmlns:p14="http://schemas.microsoft.com/office/powerpoint/2010/main" val="73463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/>
              <a:t>Thermokarst Detection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853ED-686B-EC79-A3D6-0E96C19E415B}"/>
              </a:ext>
            </a:extLst>
          </p:cNvPr>
          <p:cNvSpPr txBox="1"/>
          <p:nvPr/>
        </p:nvSpPr>
        <p:spPr>
          <a:xfrm>
            <a:off x="131885" y="1726476"/>
            <a:ext cx="68503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 Total params: 1,941,124 (7.40 MB)</a:t>
            </a:r>
          </a:p>
          <a:p>
            <a:r>
              <a:rPr lang="en-US" sz="2400"/>
              <a:t> Trainable params: 1,941,122 (7.40 MB)</a:t>
            </a:r>
          </a:p>
          <a:p>
            <a:r>
              <a:rPr lang="en-US" sz="2400"/>
              <a:t> Non-trainable params: 0 (0.00 B)</a:t>
            </a:r>
          </a:p>
          <a:p>
            <a:r>
              <a:rPr lang="en-US" sz="2400"/>
              <a:t> Optimizer params: 2 (12.00 B)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54B3F1-E854-F011-F5E4-1B72E18FE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09" y="316722"/>
            <a:ext cx="5608806" cy="622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6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4FF5-38A5-FB91-88A5-CFE0BDF0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3E10-C22A-D693-15D5-50C046A5B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Trained </a:t>
            </a:r>
            <a:r>
              <a:rPr lang="en-US" dirty="0" err="1"/>
              <a:t>UNet</a:t>
            </a:r>
            <a:r>
              <a:rPr lang="en-US" dirty="0"/>
              <a:t>: Training Results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DF12DA-2646-1C62-E011-7E302227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A4AB52-88E7-1EA8-C639-797B3C53A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97" y="1119822"/>
            <a:ext cx="5572125" cy="4333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B66588-8534-E8FC-7E36-7B6A2340C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180" y="1119822"/>
            <a:ext cx="5486400" cy="4333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D7DBE2-F74C-1A54-E1D9-83B1D6C5EBDB}"/>
              </a:ext>
            </a:extLst>
          </p:cNvPr>
          <p:cNvSpPr txBox="1"/>
          <p:nvPr/>
        </p:nvSpPr>
        <p:spPr>
          <a:xfrm>
            <a:off x="1981200" y="5791200"/>
            <a:ext cx="315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Accuracy: 0.9922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33346-5145-42AE-0215-A8E0EE65D603}"/>
              </a:ext>
            </a:extLst>
          </p:cNvPr>
          <p:cNvSpPr txBox="1"/>
          <p:nvPr/>
        </p:nvSpPr>
        <p:spPr>
          <a:xfrm>
            <a:off x="7409500" y="5791200"/>
            <a:ext cx="315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Loss: 0.0440</a:t>
            </a:r>
          </a:p>
        </p:txBody>
      </p:sp>
    </p:spTree>
    <p:extLst>
      <p:ext uri="{BB962C8B-B14F-4D97-AF65-F5344CB8AC3E}">
        <p14:creationId xmlns:p14="http://schemas.microsoft.com/office/powerpoint/2010/main" val="892926305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GRAIL Research Lab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9DC37E2-738E-42D5-A758-ADA1E3407E1B}" vid="{4C44DCE2-50C4-432C-803B-34B8919B9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AD10C71-605F-4D45-BD90-48F308DB4C30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FE99EB3-17DF-46FB-9742-792BD89F0A34}">
  <we:reference id="wa104380848" version="2.1.0.1" store="en-US" storeType="OMEX"/>
  <we:alternateReferences>
    <we:reference id="wa104380848" version="2.1.0.1" store="WA104380848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398C9F2FB735429A19D9F9E57C52E4" ma:contentTypeVersion="12" ma:contentTypeDescription="Create a new document." ma:contentTypeScope="" ma:versionID="845a4497539453155dca47dc4c3bedb8">
  <xsd:schema xmlns:xsd="http://www.w3.org/2001/XMLSchema" xmlns:xs="http://www.w3.org/2001/XMLSchema" xmlns:p="http://schemas.microsoft.com/office/2006/metadata/properties" xmlns:ns2="4170d58c-075f-4a60-81f2-faaaa327f98b" xmlns:ns3="4430976e-e7e9-42af-a028-d3d4b3f7834c" targetNamespace="http://schemas.microsoft.com/office/2006/metadata/properties" ma:root="true" ma:fieldsID="35887e907f6c53a68c30fdb24d1b11d2" ns2:_="" ns3:_="">
    <xsd:import namespace="4170d58c-075f-4a60-81f2-faaaa327f98b"/>
    <xsd:import namespace="4430976e-e7e9-42af-a028-d3d4b3f783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70d58c-075f-4a60-81f2-faaaa327f9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0976e-e7e9-42af-a028-d3d4b3f783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48DC4E-2131-42E7-8E59-49ADB1AA87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87915-1D0C-4997-8DD0-FC1D8EBFCC8E}">
  <ds:schemaRefs>
    <ds:schemaRef ds:uri="4430976e-e7e9-42af-a028-d3d4b3f7834c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170d58c-075f-4a60-81f2-faaaa327f98b"/>
  </ds:schemaRefs>
</ds:datastoreItem>
</file>

<file path=customXml/itemProps3.xml><?xml version="1.0" encoding="utf-8"?>
<ds:datastoreItem xmlns:ds="http://schemas.openxmlformats.org/officeDocument/2006/customXml" ds:itemID="{1FDD623B-7157-438F-8B72-567A3A5F8B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70d58c-075f-4a60-81f2-faaaa327f98b"/>
    <ds:schemaRef ds:uri="4430976e-e7e9-42af-a028-d3d4b3f783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AuE 8930 Lecture 01 Introduction Course Conduct</Template>
  <TotalTime>22003</TotalTime>
  <Words>58</Words>
  <Application>Microsoft Office PowerPoint</Application>
  <PresentationFormat>Widescreen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Franklin Gothic Demi</vt:lpstr>
      <vt:lpstr>Franklin Gothic Medium</vt:lpstr>
      <vt:lpstr>template_GRAIL Research Lab</vt:lpstr>
      <vt:lpstr>Thermokarst Detection</vt:lpstr>
      <vt:lpstr>Thermokarst Detection</vt:lpstr>
      <vt:lpstr>Trained UNet: Training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Shengli Xu</dc:creator>
  <cp:lastModifiedBy>Shubhendu Kumar Singh</cp:lastModifiedBy>
  <cp:revision>550</cp:revision>
  <dcterms:created xsi:type="dcterms:W3CDTF">2021-09-26T23:34:49Z</dcterms:created>
  <dcterms:modified xsi:type="dcterms:W3CDTF">2025-02-20T21:08:45Z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0x010100DD398C9F2FB735429A19D9F9E57C52E4</vt:lpwstr>
  </property>
</Properties>
</file>